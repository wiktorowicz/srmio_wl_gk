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T Sans Narrow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d312d9f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7d312d9f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d312d9fd_0_1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7d312d9fd_0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7d312d9fd_0_2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7d312d9fd_0_2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94327943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9432794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7d312d9fd_0_2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7d312d9fd_0_2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94327943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94327943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94327943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94327943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7d312d9fd_0_2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7d312d9fd_0_2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7d312d9fd_0_2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7d312d9fd_0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0G7QmzdJSnHkfImATPSVP_eD0Src7FFu/view" TargetMode="External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KpDcUhh4w1regWOsBNDNZpCPFu-sP_jb/view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272088" y="1540050"/>
            <a:ext cx="8599800" cy="18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Systemy rozpoznawania mowy i obrazu - Projekt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System rozpoznawania logo i marek </a:t>
            </a:r>
            <a:endParaRPr sz="2000"/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0463" y="0"/>
            <a:ext cx="1403075" cy="9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0" y="4246375"/>
            <a:ext cx="3870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Skład zespołu:</a:t>
            </a:r>
            <a:endParaRPr b="1"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Łukasz Wiktorowicz, 094136 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Kacper Gawin, 094034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9" name="Google Shape;69;p13"/>
          <p:cNvSpPr txBox="1"/>
          <p:nvPr/>
        </p:nvSpPr>
        <p:spPr>
          <a:xfrm>
            <a:off x="6144000" y="417162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Kierunek/specjalność: </a:t>
            </a:r>
            <a:r>
              <a:rPr lang="en" sz="1000"/>
              <a:t>Informatyka/Grafika komputerowa 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Studia:</a:t>
            </a:r>
            <a:r>
              <a:rPr lang="en" sz="1000"/>
              <a:t> stacjonarne 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Numer grupy:</a:t>
            </a:r>
            <a:r>
              <a:rPr lang="en" sz="1000"/>
              <a:t> 4ID13B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Jaki problem rozwiązuje projekt?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91625" y="1811125"/>
            <a:ext cx="3999900" cy="2212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 wielu sytuacjach istnieje potrzeba automatycznego rozpoznawania marek widocznych na zdjęciach lub nagraniach wideo. Ręczna analiza takich materiałów jest czasochłonna, kosztowna i podatna na błędy, szczególnie gdy liczba danych jest bardzo duża.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Przykładowe sytuacje:</a:t>
            </a:r>
            <a:endParaRPr b="1" sz="20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8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analiza tysięcy zdjęć publikowanych w internecie i mediach społecznościowych</a:t>
            </a:r>
            <a:endParaRPr sz="1881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8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monitoring materiałów reklamowych i promocyjnych</a:t>
            </a:r>
            <a:endParaRPr sz="1881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8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nagrania z kamer monitoringu lub wydarzeń publicznych</a:t>
            </a:r>
            <a:endParaRPr sz="1881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Dlaczego to problem:</a:t>
            </a:r>
            <a:endParaRPr b="1" sz="20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95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człowiek musi poświęcić dużo czasu na ręczne sprawdzanie</a:t>
            </a:r>
            <a:endParaRPr sz="19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95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łatwo o pomyłki przy dużej liczbie danych</a:t>
            </a:r>
            <a:endParaRPr sz="19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95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proces nie skaluje się przy rosnącej liczbie obrazów</a:t>
            </a:r>
            <a:endParaRPr sz="19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EF6C00"/>
                </a:solidFill>
              </a:rPr>
              <a:t>Dla kogo i po co jest to rozwiązanie? </a:t>
            </a:r>
            <a:endParaRPr sz="3200">
              <a:solidFill>
                <a:srgbClr val="EF6C00"/>
              </a:solidFill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System rozpoznawania logotypów może być użyteczny dla różnych grup użytkowników, nie tylko osób technicznych.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b="1" lang="en" sz="120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Firmy marketingowe i analityczne</a:t>
            </a:r>
            <a:b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– automatyczna analiza widoczności marek na zdjęciach i nagraniach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b="1" lang="en" sz="120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Media i agencje reklamowe</a:t>
            </a:r>
            <a:b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– monitoring materiałów promocyjnych i reklamowych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b="1" lang="en" sz="120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Firmy dbające o ochronę marek</a:t>
            </a:r>
            <a:b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– wykrywanie nieautoryzowanego użycia logotypów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b="1" lang="en" sz="120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Zwykli użytkownicy</a:t>
            </a:r>
            <a:b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– szybkie rozpoznanie restauracji na podstawie zdjęcia lub obrazu z kamery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83" name="Google Shape;83;p1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Dlaczego to potrzebne:</a:t>
            </a:r>
            <a:endParaRPr b="1" sz="13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użytkownik nie musi znać logotypów ani marek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system działa automatycznie i szybko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eliminuje błędy wynikające z ręcznej analizy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może pracować na dużej liczbie danych</a:t>
            </a:r>
            <a:endParaRPr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224275"/>
            <a:ext cx="85698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EF6C00"/>
                </a:solidFill>
              </a:rPr>
              <a:t>Zastosowane rozwiązanie</a:t>
            </a:r>
            <a:endParaRPr sz="3200">
              <a:solidFill>
                <a:srgbClr val="EF6C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2391475"/>
            <a:ext cx="3999900" cy="217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Jak działa system:</a:t>
            </a:r>
            <a:endParaRPr b="1" sz="13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użytkownik wczytuje obraz lub korzysta z kamery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obraz jest automatycznie przetwarzany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system rozpoznaje logotyp i wskazuje markę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wyświetlany jest najbardziej prawdopodobny wynik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2" type="body"/>
          </p:nvPr>
        </p:nvSpPr>
        <p:spPr>
          <a:xfrm>
            <a:off x="4832400" y="2391475"/>
            <a:ext cx="3999900" cy="217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Zastosowane podejście:</a:t>
            </a:r>
            <a:endParaRPr b="1" sz="13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wykorzystano konwolucyjną sieć neuronową CNN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model był trenowany na zbiorze obrazów logotypów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309300" y="1077125"/>
            <a:ext cx="85254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ramach projektu zaprojektowano i zaimplementowano system automatycznego rozpoznawania logotypów marek restauracyjnych na podstawie obrazów. System wykorzystuje metody uczenia maszynowego do analizy obrazu i klasyfikacji widocznych logotypów.</a:t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rgbClr val="212121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rgbClr val="21212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5556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" sz="3200">
                <a:solidFill>
                  <a:srgbClr val="EF6C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Stack technologiczny</a:t>
            </a:r>
            <a:endParaRPr sz="3200">
              <a:solidFill>
                <a:srgbClr val="EF6C00"/>
              </a:solidFill>
              <a:highlight>
                <a:schemeClr val="lt1"/>
              </a:highlight>
            </a:endParaRPr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061600"/>
            <a:ext cx="8749200" cy="4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EF6C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Język programowania</a:t>
            </a:r>
            <a:endParaRPr b="1" sz="1853">
              <a:solidFill>
                <a:srgbClr val="EF6C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Python – główny język użyty do implementacji projektu, trenowania modelu oraz stworzenia aplikacji demonstracyjnej.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EF6C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Framework / biblioteki do uczenia maszynowego</a:t>
            </a:r>
            <a:endParaRPr b="1" sz="1853">
              <a:solidFill>
                <a:srgbClr val="EF6C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TensorFlow – framework do budowy i trenowania modeli uczenia maszynowego.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Keras – wysokopoziomowe API wchodzące w skład TensorFlow, ułatwiające tworzenie sieci neuronowych.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EF6C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Biblioteki do przetwarzania danych i obrazu</a:t>
            </a:r>
            <a:endParaRPr b="1" sz="1853">
              <a:solidFill>
                <a:srgbClr val="EF6C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OpenCV – biblioteka do wczytywania i wstępnego przetwarzania obrazów oraz obsługi kamery.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NumPy – biblioteka do obliczeń numerycznych i operacji na macierzach.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EF6C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Biblioteki do wizualizacji wyników</a:t>
            </a:r>
            <a:endParaRPr b="1" sz="1853">
              <a:solidFill>
                <a:srgbClr val="EF6C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Matplotlib – tworzenie wykresów i prezentacja wyników.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Seaborn – wizualizacja macierzy pomyłek (confusion matrix).</a:t>
            </a:r>
            <a:endParaRPr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EF6C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Interfejs użytkownika</a:t>
            </a:r>
            <a:endParaRPr b="1" sz="1853">
              <a:solidFill>
                <a:srgbClr val="EF6C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19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853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Tkinter – biblioteka do stworzenia graficznego interfejsu aplikacji demonstracyjnej.</a:t>
            </a:r>
            <a:endParaRPr b="1" sz="1853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F6C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66850" y="4525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>
                <a:solidFill>
                  <a:srgbClr val="EF6C00"/>
                </a:solidFill>
              </a:rPr>
              <a:t>Wyniki i skuteczność systemu</a:t>
            </a:r>
            <a:endParaRPr sz="3550">
              <a:solidFill>
                <a:srgbClr val="EF6C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None/>
            </a:pPr>
            <a:br>
              <a:rPr lang="en" sz="150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054125"/>
            <a:ext cx="3999900" cy="4089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Obserwacje:</a:t>
            </a:r>
            <a:endParaRPr b="1" sz="13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655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wysoka skuteczność rozpoznawania dla większości klas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6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brak poważnych problemów z całkowicie błędną klasyfikacją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6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pojedyncze pomyłki występują głównie między wizualnie podobnymi logotypami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Analiza:</a:t>
            </a:r>
            <a:endParaRPr b="1" sz="135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655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model dobrze nauczył się cech charakterystycznych logotypów</a:t>
            </a:r>
            <a:endParaRPr sz="1200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876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system w większości przypadków poprawnie generalizuje na dane wcześniej niewidziane, choć w przypadku klas słabiej reprezentowanych w zbiorze treningowym dokładność jest niższa,</a:t>
            </a:r>
            <a:endParaRPr sz="1200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876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uzyskane wyniki potwierdzają zasadność zastosowanego podejścia, jednak wskazują również, że dalsze zwiększenie liczby danych oraz ich lepsze zbalansowanie mogłoby dodatkowo poprawić skuteczność modelu i ograniczyć liczbę pomyłek.</a:t>
            </a:r>
            <a:endParaRPr sz="1200">
              <a:solidFill>
                <a:srgbClr val="21212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F6C00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400" y="1301379"/>
            <a:ext cx="3999900" cy="359478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Rozpoznawanie logo ze zdjęcia</a:t>
            </a:r>
            <a:endParaRPr/>
          </a:p>
        </p:txBody>
      </p:sp>
      <p:pic>
        <p:nvPicPr>
          <p:cNvPr id="110" name="Google Shape;110;p19" title="zdjeci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7327" y="707400"/>
            <a:ext cx="4809338" cy="443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Rozpoznawanie logo w czasie rzeczywistym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0" title="kamer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237" y="668475"/>
            <a:ext cx="4851524" cy="447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EF6C00"/>
                </a:solidFill>
              </a:rPr>
              <a:t>Wnioski </a:t>
            </a:r>
            <a:endParaRPr sz="3200">
              <a:solidFill>
                <a:srgbClr val="EF6C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6C00"/>
              </a:solidFill>
            </a:endParaRPr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Wnioski:</a:t>
            </a:r>
            <a:endParaRPr b="1" sz="13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zrealizowany system poprawnie rozpoznaje logotypy marek restauracyjnych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zastosowane podejście oparte na sieciach neuronowych okazało się skuteczne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projekt spełnił założone cele funkcjonalne i jakościowe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rozwiązanie może być wykorzystywane w praktycznych zastosowaniach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F6C00"/>
              </a:solidFill>
            </a:endParaRPr>
          </a:p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Ograniczenia:</a:t>
            </a:r>
            <a:endParaRPr b="1" sz="135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liczba rozpoznawanych marek jest ograniczona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skuteczność zależy od jakości i różnorodności danych uczących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pojedyncze pomyłki pojawiają się głównie dla wizualnie podobnych logotypów oraz w przypadkach, gdy tło obrazu jest złożone lub zakłóca widoczność samego znaku.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F6C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3200">
                <a:solidFill>
                  <a:srgbClr val="EF6C00"/>
                </a:solidFill>
              </a:rPr>
              <a:t>Przyszłość</a:t>
            </a:r>
            <a:endParaRPr sz="3200">
              <a:solidFill>
                <a:srgbClr val="EF6C00"/>
              </a:solidFill>
            </a:endParaRPr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555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EF6C00"/>
                </a:solidFill>
                <a:latin typeface="Arial"/>
                <a:ea typeface="Arial"/>
                <a:cs typeface="Arial"/>
                <a:sym typeface="Arial"/>
              </a:rPr>
              <a:t>Możliwe kierunki rozwoju:</a:t>
            </a:r>
            <a:endParaRPr b="1" sz="1200">
              <a:solidFill>
                <a:srgbClr val="EF6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dodanie większej liczby marek i danych treningowych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dalsze dostrajanie parametrów modelu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stworzenie aplikacji mobilnej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zastosowanie systemu w szerszej analizie obrazów</a:t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F6C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